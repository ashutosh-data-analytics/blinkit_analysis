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200"/>
    <a:srgbClr val="FFC000"/>
    <a:srgbClr val="4970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78" d="100"/>
          <a:sy n="78" d="100"/>
        </p:scale>
        <p:origin x="29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41476" y="55492"/>
            <a:ext cx="4894755" cy="97137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4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400" dirty="0">
                <a:solidFill>
                  <a:srgbClr val="92D05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 </a:t>
            </a:r>
            <a:r>
              <a:rPr lang="en-IN" sz="44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8" name="Picture 4" descr="Microsoft SQL Server color icon in PNG, SVG">
            <a:extLst>
              <a:ext uri="{FF2B5EF4-FFF2-40B4-BE49-F238E27FC236}">
                <a16:creationId xmlns:a16="http://schemas.microsoft.com/office/drawing/2014/main" id="{70C49BFB-C4DA-714D-C1AC-3022D7E7F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5549994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4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400" dirty="0">
                <a:solidFill>
                  <a:srgbClr val="92D05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4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4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235934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id="{DDA2FE8A-5B63-4A2F-3B24-E577D1291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1" y="119060"/>
            <a:ext cx="4782289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4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400" dirty="0">
                <a:solidFill>
                  <a:srgbClr val="92D05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4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4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213282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id="{98BD39B8-9A9F-4A0B-8526-BA46BA2F7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569</TotalTime>
  <Words>346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Ashutosh Goel</dc:creator>
  <cp:lastModifiedBy>Ashutosh Goel</cp:lastModifiedBy>
  <cp:revision>23</cp:revision>
  <dcterms:created xsi:type="dcterms:W3CDTF">2024-06-24T12:27:37Z</dcterms:created>
  <dcterms:modified xsi:type="dcterms:W3CDTF">2025-12-31T05:04:06Z</dcterms:modified>
</cp:coreProperties>
</file>